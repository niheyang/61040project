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4417a9df0563cf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4417a9df0563cf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4417a9df0563cfe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4417a9df0563cfe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FE2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Catchup Visual Design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79425"/>
            <a:ext cx="2764074" cy="276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8850" y="2382108"/>
            <a:ext cx="2916800" cy="2085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2250" y="0"/>
            <a:ext cx="257175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3041375" y="4568125"/>
            <a:ext cx="563700" cy="572700"/>
          </a:xfrm>
          <a:prstGeom prst="rect">
            <a:avLst/>
          </a:prstGeom>
          <a:solidFill>
            <a:srgbClr val="B6F1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4429725" y="4568125"/>
            <a:ext cx="563700" cy="572700"/>
          </a:xfrm>
          <a:prstGeom prst="rect">
            <a:avLst/>
          </a:prstGeom>
          <a:solidFill>
            <a:srgbClr val="FEE55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3735550" y="4568125"/>
            <a:ext cx="563700" cy="572700"/>
          </a:xfrm>
          <a:prstGeom prst="rect">
            <a:avLst/>
          </a:prstGeom>
          <a:solidFill>
            <a:srgbClr val="FFFBE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5876550" y="3712625"/>
            <a:ext cx="563700" cy="572700"/>
          </a:xfrm>
          <a:prstGeom prst="rect">
            <a:avLst/>
          </a:prstGeom>
          <a:solidFill>
            <a:srgbClr val="E6F4F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5876550" y="4428225"/>
            <a:ext cx="563700" cy="572700"/>
          </a:xfrm>
          <a:prstGeom prst="rect">
            <a:avLst/>
          </a:prstGeom>
          <a:solidFill>
            <a:srgbClr val="FBE79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5876550" y="2997025"/>
            <a:ext cx="563700" cy="572700"/>
          </a:xfrm>
          <a:prstGeom prst="rect">
            <a:avLst/>
          </a:prstGeom>
          <a:solidFill>
            <a:srgbClr val="BACA8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5876550" y="2281425"/>
            <a:ext cx="563700" cy="572700"/>
          </a:xfrm>
          <a:prstGeom prst="rect">
            <a:avLst/>
          </a:prstGeom>
          <a:solidFill>
            <a:srgbClr val="A4D0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Relaxing color palettes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Sky blue and bright yellow, each with different shades.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0175" y="3025050"/>
            <a:ext cx="2118450" cy="21184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Casual Font Choices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00" y="1152475"/>
            <a:ext cx="5417400" cy="3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Serif will feel too formal, like a magazine.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All chat apps I investigated use Sans-serif.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Discord: GG Sans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Apple Messages: San Francisco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Slack: La</a:t>
            </a:r>
            <a:r>
              <a:rPr lang="en"/>
              <a:t>t</a:t>
            </a:r>
            <a:r>
              <a:rPr lang="en"/>
              <a:t>o</a:t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8575" y="214025"/>
            <a:ext cx="2513725" cy="151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7402" y="2194750"/>
            <a:ext cx="3864901" cy="264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