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49" d="100"/>
          <a:sy n="149" d="100"/>
        </p:scale>
        <p:origin x="5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417a9df0563cf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417a9df0563cf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417a9df0563cfe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417a9df0563cfe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CFE2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Catchup Visual Design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79425"/>
            <a:ext cx="2764074" cy="276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8850" y="2382108"/>
            <a:ext cx="2916800" cy="2085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2250" y="0"/>
            <a:ext cx="257175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3041375" y="4568125"/>
            <a:ext cx="563700" cy="572700"/>
          </a:xfrm>
          <a:prstGeom prst="rect">
            <a:avLst/>
          </a:prstGeom>
          <a:solidFill>
            <a:srgbClr val="B6F1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429725" y="4568125"/>
            <a:ext cx="563700" cy="572700"/>
          </a:xfrm>
          <a:prstGeom prst="rect">
            <a:avLst/>
          </a:prstGeom>
          <a:solidFill>
            <a:srgbClr val="FEE5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735550" y="4568125"/>
            <a:ext cx="563700" cy="572700"/>
          </a:xfrm>
          <a:prstGeom prst="rect">
            <a:avLst/>
          </a:prstGeom>
          <a:solidFill>
            <a:srgbClr val="FFFBE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5876550" y="3712625"/>
            <a:ext cx="563700" cy="572700"/>
          </a:xfrm>
          <a:prstGeom prst="rect">
            <a:avLst/>
          </a:prstGeom>
          <a:solidFill>
            <a:srgbClr val="E6F4F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5876550" y="4428225"/>
            <a:ext cx="563700" cy="572700"/>
          </a:xfrm>
          <a:prstGeom prst="rect">
            <a:avLst/>
          </a:prstGeom>
          <a:solidFill>
            <a:srgbClr val="FBE79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876550" y="2997025"/>
            <a:ext cx="563700" cy="572700"/>
          </a:xfrm>
          <a:prstGeom prst="rect">
            <a:avLst/>
          </a:prstGeom>
          <a:solidFill>
            <a:srgbClr val="BACA8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5876550" y="2281425"/>
            <a:ext cx="563700" cy="572700"/>
          </a:xfrm>
          <a:prstGeom prst="rect">
            <a:avLst/>
          </a:prstGeom>
          <a:solidFill>
            <a:srgbClr val="A4D0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Relaxing color palettes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Sky blue and bright yellow, each with different shades.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163" y="3025050"/>
            <a:ext cx="2118450" cy="21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Font Choices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417400" cy="3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Serif will feel too formal, like a magazine.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All chat apps I investigated use Sans-serif.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Discord: GG Sans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Apple Messages: San Francisco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Slack: Lato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My choice: Nunito Sans</a:t>
            </a: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575" y="214025"/>
            <a:ext cx="2513725" cy="151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4134" y="2154688"/>
            <a:ext cx="3864901" cy="26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Macintosh PowerPoint</Application>
  <PresentationFormat>On-screen Show (16:9)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Simple Light</vt:lpstr>
      <vt:lpstr>Catchup Visual Design</vt:lpstr>
      <vt:lpstr>Relaxing color palettes</vt:lpstr>
      <vt:lpstr>Casual Font Choices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Heyang Ni</cp:lastModifiedBy>
  <cp:revision>1</cp:revision>
  <dcterms:modified xsi:type="dcterms:W3CDTF">2026-10-24T23:11:20Z</dcterms:modified>
</cp:coreProperties>
</file>